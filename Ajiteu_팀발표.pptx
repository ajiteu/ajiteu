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23774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Ajiteu (아지트)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EEAFF"/>
                </a:solidFill>
              </a:defRPr>
            </a:pPr>
            <a:r>
              <a:t>함께 나누는 일상, 더 가까워지는 우리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EEAFF"/>
                </a:solidFill>
              </a:defRPr>
            </a:pPr>
            <a:r>
              <a:t>자신의 일상을 사진·글로 자유롭게 기록하고 공유하며, 좋아요·댓글을 통해 사람들과 소통하고 새로운 관심사와 인연을 발견할 수 있는 라이프스타일 커뮤니티입니다.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66666"/>
                </a:solidFill>
              </a:defRPr>
            </a:pPr>
            <a:r>
              <a:t>팀 프로젝트 발표  |  Flask · Python · SQLite · Bootstrap 5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GitHub: github.com/t01040588614-source/Ajiteu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1. 프로젝트 소개</a:t>
            </a:r>
          </a:p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2. 팀 구성 및 역할</a:t>
            </a:r>
          </a:p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3. 화면 데모 (로그인 · 메인 · 모달)</a:t>
            </a:r>
          </a:p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4. 기술 스택 &amp; 주요 기능</a:t>
            </a:r>
          </a:p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5. 시스템 아키텍처 &amp; DB</a:t>
            </a:r>
          </a:p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6. 통합 과정 &amp; 트러블슈팅</a:t>
            </a:r>
          </a:p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7. 잘한 점 &amp; 아쉬운 점</a:t>
            </a:r>
          </a:p>
          <a:p>
            <a:pPr>
              <a:spcAft>
                <a:spcPts val="800"/>
              </a:spcAft>
              <a:defRPr sz="1900">
                <a:solidFill>
                  <a:srgbClr val="262626"/>
                </a:solidFill>
              </a:defRPr>
            </a:pPr>
            <a:r>
              <a:t>8. 실행 방법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Lifestyle Community SNS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일상을 사진·글로 자유롭게 기록하고 공유하는 라이프스타일 커뮤니티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여행, 음식, 운동, 공부, 반려동물, 취미 등 다양한 주제 공유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좋아요·댓글·답글로 소통, 카테고리·트렌드로 관심사 발견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페이지 이동을 줄인 overlay 모달 UX로 가볍게 탐색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▶ 한 줄 소개</a:t>
            </a:r>
          </a:p>
          <a:p>
            <a:pPr>
              <a:spcAft>
                <a:spcPts val="800"/>
              </a:spcAft>
              <a:defRPr sz="1600">
                <a:solidFill>
                  <a:srgbClr val="262626"/>
                </a:solidFill>
              </a:defRPr>
            </a:pPr>
            <a:r>
              <a:t>자신의 일상을 사진·글로 자유롭게 기록하고 공유하며, 좋아요·댓글을 통해 사람들과 소통하고 새로운 관심사와 인연을 발견할 수 있는 라이프스타일 커뮤니티입니다.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팀 구성 및 역할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Team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👤 A — 성경수 | 인증·프로필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로그인 / 회원가입 / 로그아웃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세션 기반 인증 (Flask g.user)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프로필 조회·수정 (닉네임, 소개, 사진)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auth_views.py, profile.py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초기: 개별 DB → 통합 시 스키마 맞춤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👤 B — 김국진 | 메인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메인 화면 3단 레이아웃 (좌·중·우)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게시글 목록 2열 카드 그리드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반응형 CSS, 검색·카테고리 메뉴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프로필 사이드바, 게시글 카드 UI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main.css, components.css, pagination.css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팀 구성 및 역할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Team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👤 C — 김시내 | 게시글·댓글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글쓰기 / 게시글 수정·삭제 / 상세보기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다중 이미지 업로드·갤러리(Carousel)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댓글·답글 작성 / 수정 / 삭제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post_api, comment_api, reply_api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overlay 모달 내 댓글 UX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👤 D — 김환석 | DB·통합·QA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SQLite + SQLAlchemy ORM 연동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좋아요·좋아요 수·조회수 API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Blueprint 통합, 마이그레이션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최종 통합·버그 수정·README·PPT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fetch overlay JS, event delegation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화면 데모 ①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담당: 성경수</a:t>
            </a:r>
          </a:p>
        </p:txBody>
      </p:sp>
      <p:pic>
        <p:nvPicPr>
          <p:cNvPr id="5" name="Picture 4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138160" cy="3536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그라데이션 브랜드 영역 + 로그인·회원가입 폼 — 서비스 첫인상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화면 데모 ② 메인 피드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담당: 김국진</a:t>
            </a:r>
          </a:p>
        </p:txBody>
      </p:sp>
      <p:pic>
        <p:nvPicPr>
          <p:cNvPr id="5" name="Picture 4" descr="02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138160" cy="5300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3단 레이아웃 · 2열 카드 · 검색 · 카테고리 · 이번주의 발견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화면 데모 ③ 상세 모달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담당: 김시내 · 김환석</a:t>
            </a:r>
          </a:p>
        </p:txBody>
      </p:sp>
      <p:pic>
        <p:nvPicPr>
          <p:cNvPr id="5" name="Picture 4" descr="03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138160" cy="46492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overlay 상세 · 좋아요/댓글/조회수 · ⋯ 액션 메뉴 · 댓글 입력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Python 3.x / Flask 3.1 (Blueprint)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Flask-SQLAlchemy · Flask-Migrate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Flask-WTF / WTForms · Werkzeug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SQLite (로컬) · Jinja2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Frontend &amp; 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Bootstrap 5.3 · Vanilla JS (fetch)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CSS 모듈화 (main/detail/components)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Git / GitHub · README 문서화</a:t>
            </a:r>
          </a:p>
          <a:p>
            <a:pPr>
              <a:spcAft>
                <a:spcPts val="500"/>
              </a:spcAft>
              <a:defRPr sz="1600">
                <a:solidFill>
                  <a:srgbClr val="262626"/>
                </a:solidFill>
              </a:defRPr>
            </a:pPr>
            <a:r>
              <a:t>• python-pptx (발표 자료 생성)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주요 기능 &amp;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사용자·게시물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회원가입 / 로그인 / 프로필 설정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게시글 CRUD + 다중 이미지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반투명 overlay 상세 모달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⋯ 액션 메뉴 (수정/삭제/이동)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이번주의 발견 · 카테고리 필터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소셜·인터랙션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댓글 / 답글 CRUD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게시물 좋아요 (AJAX JSON)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조회수 (상세 열람 시에만 +1)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키워드 검색 · 페이지네이션</a:t>
            </a:r>
          </a:p>
          <a:p>
            <a:pPr>
              <a:spcAft>
                <a:spcPts val="500"/>
              </a:spcAft>
              <a:defRPr sz="1400">
                <a:solidFill>
                  <a:srgbClr val="262626"/>
                </a:solidFill>
              </a:defRPr>
            </a:pPr>
            <a:r>
              <a:t>• event delegation 클릭 처리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[Browser] HTML/CSS/JS  ←→  fetch · form submit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[Flask] app.py → create_app() → Blueprint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  auth_views  post_api  comment_api  reply_api  profile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[DB] SQLite ←→ User · Post · Comment · Reply · post_liker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[패턴] 클릭 → API → 성공 → 재조회 → render (단일 데이터 흐름)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데이터베이스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테이블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user — username, nickname, intro, image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post — content, image_path, view_count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comment / reply — content, user_id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post_liker (M:N) — 좋아요 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통합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초기: 팀원별 개별 DB 개발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ORM 모델·관계 통일 (1:N, M:N)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Flask-Migrate로 스키마 버전 관리</a:t>
            </a:r>
          </a:p>
          <a:p>
            <a:pPr>
              <a:spcAft>
                <a:spcPts val="500"/>
              </a:spcAft>
              <a:defRPr sz="1500">
                <a:solidFill>
                  <a:srgbClr val="262626"/>
                </a:solidFill>
              </a:defRPr>
            </a:pPr>
            <a:r>
              <a:t>• 단일 SQLite로 최종 통합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통합 &amp; 트러블슈팅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Issues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발생한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팀원별 DB·API 불일치 → 통합 난이도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댓글 DOM 직접 수정 → 화면·DB 불일치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render마다 이벤트 리스너 중복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조회수: 댓글 갱신·수정 시에도 +1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overlay 잔류, 1번째 댓글 수정 무반응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이번주의 발견 클릭 미동작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해결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단일 SQLite + Blueprint 통합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서버 재조회 → comments render 패턴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modal 1개 click/submit delegation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track_view=0 으로 조회수 분리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data-action + closest() 버튼 통일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weeklyDiscoveryList delegation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잘한 점 &amp; 아쉬운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✅ 잘 표현·개선한 부분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Blueprint로 기능별 모듈 분리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overlay 모달로 SPA-like UX 구현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fetch + partial render로 모달 유지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event delegation으로 클릭 안정화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조회수·댓글 상태 동기화 개선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팀 GitHub 통합·README 문서화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23444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9381D6"/>
                </a:solidFill>
              </a:defRPr>
            </a:pPr>
            <a:r>
              <a:t>⚠️ 실수·아쉬운 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916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초기 각자 DB → 통합 비용 발생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DOM 직접 조작으로 버그 누적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inline onclick 혼용 → 이벤트 충돌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조회수 로직을 detail API에만 의존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통합 테스트·자동화 테스트 부족</a:t>
            </a:r>
          </a:p>
          <a:p>
            <a:pPr>
              <a:spcAft>
                <a:spcPts val="500"/>
              </a:spcAft>
              <a:defRPr sz="1300">
                <a:solidFill>
                  <a:srgbClr val="262626"/>
                </a:solidFill>
              </a:defRPr>
            </a:pPr>
            <a:r>
              <a:t>• 팔로우·알림 등 확장 기능 미구현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38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실행 방법 &amp;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EEAFF"/>
                </a:solidFill>
              </a:defRPr>
            </a:pPr>
            <a:r>
              <a:t>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git clone https://github.com/t01040588614-source/Ajiteu.git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python -m venv venv  →  pip install -r requirements.txt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config.py (SECRET_KEY, SQLALCHEMY_DATABASE_URI)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flask db upgrade  →  python app.py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http://127.0.0.1:5000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데모: 로그인 → 글쓰기 → 상세 모달 → 댓글·좋아요 → 프로필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81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EEAFF"/>
                </a:solidFill>
              </a:defRPr>
            </a:pPr>
            <a:r>
              <a:t>경청해 주셔서 감사합니다</a:t>
            </a:r>
          </a:p>
          <a:p>
            <a:pPr algn="ctr">
              <a:defRPr sz="1600">
                <a:solidFill>
                  <a:srgbClr val="EEEAFF"/>
                </a:solidFill>
              </a:defRPr>
            </a:pPr>
            <a:r>
              <a:t>자신의 일상을 사진·글로 자유롭게 기록하고 공유하며, 좋아요·댓글을 통해 사람들과 소통하고 새로운 관심사와 인연을 발견할 수 있는 라이프스타일 커뮤니티입니다.</a:t>
            </a:r>
          </a:p>
          <a:p>
            <a:pPr algn="ctr">
              <a:defRPr sz="1600">
                <a:solidFill>
                  <a:srgbClr val="EEEAFF"/>
                </a:solidFill>
              </a:defRPr>
            </a:pPr>
            <a:r>
              <a:t>GitHub: github.com/t01040588614-source/Ajiteu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